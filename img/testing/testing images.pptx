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5B6F3B-02AE-5992-84EB-521FC2870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58C3B-3334-7529-7F0B-5577778BF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45964F-B2B1-0E06-C607-84353761D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42E3-2594-4A20-83D7-AB9874DA714E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088F0A-3111-A9CF-D536-BC8BE0A93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84087-11E8-68B3-9504-9DCBFD7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B827-A061-438A-823F-EFA140669A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7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C3D217-88DB-0AFE-4A50-324E06E36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F944E1-6F4C-5113-6673-748D5B933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DB6D30-C06E-0751-FC3E-AA60BE5D2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42E3-2594-4A20-83D7-AB9874DA714E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C18423-6ABC-B829-0371-697BCDE6E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24AFBA-C61C-C99A-F4C8-9EFD89856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B827-A061-438A-823F-EFA140669A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59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0234F5-7942-D139-42CE-63E29AFA5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48B187-6676-A9A1-51AE-A58ACD9A4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38C8ED-301C-0313-6CAB-E2569DBF9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42E3-2594-4A20-83D7-AB9874DA714E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AEF86A-BFAA-CC32-A056-7C3326860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C1BA4A-6E02-DEC0-C8DE-1E59485DC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B827-A061-438A-823F-EFA140669A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43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13FA2-8A93-2E9E-40EE-D766E7A4B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58645F-7677-59E6-9282-C512B15BF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73AF6B-2A2C-B2C5-3C64-91B0BC80C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F68814-C4B7-A43A-FBF2-25E011CB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42E3-2594-4A20-83D7-AB9874DA714E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92E80E-50E9-0177-0C1C-72AEA679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7DC3F1-CC9C-0815-E21A-99BC7B0E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B827-A061-438A-823F-EFA140669A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81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1C12F-B181-F27B-B151-09BB3D6DD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3E0F60-BC8B-2E24-0C03-9FC30CF65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5CC0B4-8E40-E982-43A8-F7969E3C7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920079-1883-96CF-D241-14E448016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46B74E-0C9F-073B-DC19-D57F96E1B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0EA577-F353-538C-FF90-47045170D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42E3-2594-4A20-83D7-AB9874DA714E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D77F8C0-27C5-CEF1-B85A-3EBAFAC42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24BB20-38CF-5197-182C-566857D83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B827-A061-438A-823F-EFA140669A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2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12C1-7D7E-F2B7-A5A7-381C77D71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93EA75-98D8-0971-F3EF-CC4FE784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42E3-2594-4A20-83D7-AB9874DA714E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D1F1E2-2AA3-7FD7-A3DF-D213BA21C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661E73-8786-1609-E218-DC4D28761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B827-A061-438A-823F-EFA140669A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54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7E49CD-10F0-410A-DC65-205DD103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42E3-2594-4A20-83D7-AB9874DA714E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547380-1ACD-47FC-2CDA-735DD2C99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0DC7FE-39A6-098A-F659-07E3E1BC9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B827-A061-438A-823F-EFA140669A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842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8F38A-4BB9-D1B4-8A4B-9ABC64C9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D1D427-BDE0-7580-614E-79B554D5C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DD4631-7EFF-7217-2DFF-20F0990FC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E8F49A-720F-83E4-4C98-E5922B8E4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42E3-2594-4A20-83D7-AB9874DA714E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38E90C-7B69-951E-FBE7-2AFDE5057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4E25C8-C4F8-DEF6-7608-E8A66268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B827-A061-438A-823F-EFA140669A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33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11E7D-D4EB-DB93-DF09-6C57F778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C4544A-F64F-A9DD-EA8F-5814C11508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02634B-3872-60DC-9C18-A10A598CF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1FE6C9-DDA1-3684-5EE7-36168CB2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42E3-2594-4A20-83D7-AB9874DA714E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320CFA-A7DC-C597-F538-4409A1CD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08F8A4-A8D6-1E26-5EC5-4C026155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B827-A061-438A-823F-EFA140669A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426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688DB-D981-74D5-491A-FAC0189B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FDAF8D-0094-B1E4-B73D-F03EE8127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CDC8E3-1C7A-18A0-244A-B74583290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42E3-2594-4A20-83D7-AB9874DA714E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150673-2A2C-6C0C-5619-2DF68FB6F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5CBC75-D55A-BECE-22DF-6194A1DC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B827-A061-438A-823F-EFA140669A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40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5149E52-A068-0BF6-BA90-C4A8D7479E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FC98DA-511A-FB41-7704-073A95F12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64858B-7E7D-31CE-3066-17728FFA3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42E3-2594-4A20-83D7-AB9874DA714E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C61799-3BE8-7447-E2C5-12F3DDAA6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57A05C-A07A-1390-3DA7-3DF152EB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B827-A061-438A-823F-EFA140669A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47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80F2CF4-EAB8-D1FF-BE4F-A38947B66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E9A944-AE00-CA23-574B-EA09C86C1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CF93ED-F5B7-B37F-19EE-29185C0FE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E42E3-2594-4A20-83D7-AB9874DA714E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1A45A-2196-1EF7-1B6D-42B3482F1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230D7B-BABA-23B4-A8A0-2C29BEB89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FB827-A061-438A-823F-EFA140669A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03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D311B-E305-E524-8C95-8000E61D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Google</a:t>
            </a:r>
            <a:endParaRPr lang="ko-KR" altLang="en-US" dirty="0"/>
          </a:p>
        </p:txBody>
      </p:sp>
      <p:pic>
        <p:nvPicPr>
          <p:cNvPr id="1026" name="Picture 2" descr="Plane - Free transport icons">
            <a:extLst>
              <a:ext uri="{FF2B5EF4-FFF2-40B4-BE49-F238E27FC236}">
                <a16:creationId xmlns:a16="http://schemas.microsoft.com/office/drawing/2014/main" id="{1B44FA8F-30F6-0A89-9375-0A98A094D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732" y="2510159"/>
            <a:ext cx="3296645" cy="3296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lane - Free transport icons">
            <a:extLst>
              <a:ext uri="{FF2B5EF4-FFF2-40B4-BE49-F238E27FC236}">
                <a16:creationId xmlns:a16="http://schemas.microsoft.com/office/drawing/2014/main" id="{B83F0A42-92F0-80EA-71C1-1333E0D3A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408" y="2397455"/>
            <a:ext cx="3296645" cy="3296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731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616DB-419D-11C1-02ED-0CE01D23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flaticon</a:t>
            </a:r>
            <a:endParaRPr lang="ko-KR" altLang="en-US" dirty="0"/>
          </a:p>
        </p:txBody>
      </p:sp>
      <p:pic>
        <p:nvPicPr>
          <p:cNvPr id="7" name="내용 개체 틀 6" descr="에펠 탑 - 무료 건축과 도시개 아이콘">
            <a:extLst>
              <a:ext uri="{FF2B5EF4-FFF2-40B4-BE49-F238E27FC236}">
                <a16:creationId xmlns:a16="http://schemas.microsoft.com/office/drawing/2014/main" id="{EAA67D8D-4BA6-663B-06F2-76DC345C8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3005667"/>
            <a:ext cx="3487208" cy="3487208"/>
          </a:xfrm>
          <a:prstGeom prst="rect">
            <a:avLst/>
          </a:prstGeom>
        </p:spPr>
      </p:pic>
      <p:pic>
        <p:nvPicPr>
          <p:cNvPr id="8" name="내용 개체 틀 6" descr="에펠 탑 - 무료 건축과 도시개 아이콘">
            <a:extLst>
              <a:ext uri="{FF2B5EF4-FFF2-40B4-BE49-F238E27FC236}">
                <a16:creationId xmlns:a16="http://schemas.microsoft.com/office/drawing/2014/main" id="{BF333AA7-CD0A-7D9A-4EEB-B6128A65C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55466" y="3005667"/>
            <a:ext cx="3487208" cy="348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86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15C959-01A2-B098-6211-963396395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flaticon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D89931-1722-10FC-E341-1AB7F8DA3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 descr="독수리 - 무료 동물개 아이콘">
            <a:extLst>
              <a:ext uri="{FF2B5EF4-FFF2-40B4-BE49-F238E27FC236}">
                <a16:creationId xmlns:a16="http://schemas.microsoft.com/office/drawing/2014/main" id="{7FDBF9C2-E4C4-33BD-50BC-4CA955EEC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V="1">
            <a:off x="1177172" y="2286000"/>
            <a:ext cx="3208562" cy="3208562"/>
          </a:xfrm>
          <a:prstGeom prst="rect">
            <a:avLst/>
          </a:prstGeom>
        </p:spPr>
      </p:pic>
      <p:pic>
        <p:nvPicPr>
          <p:cNvPr id="5" name="그림 4" descr="독수리 - 무료 동물개 아이콘">
            <a:extLst>
              <a:ext uri="{FF2B5EF4-FFF2-40B4-BE49-F238E27FC236}">
                <a16:creationId xmlns:a16="http://schemas.microsoft.com/office/drawing/2014/main" id="{22F7F589-4E12-863E-BAE5-AF5872154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  <a14:imgEffect>
                      <a14:saturation sat="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 flipV="1">
            <a:off x="7290105" y="2286000"/>
            <a:ext cx="3208562" cy="320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07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C1828ED3-DF83-C1DD-BCF6-B08F2B3E3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371142"/>
              </p:ext>
            </p:extLst>
          </p:nvPr>
        </p:nvGraphicFramePr>
        <p:xfrm>
          <a:off x="5195135" y="2309091"/>
          <a:ext cx="5528286" cy="24470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2762">
                  <a:extLst>
                    <a:ext uri="{9D8B030D-6E8A-4147-A177-3AD203B41FA5}">
                      <a16:colId xmlns:a16="http://schemas.microsoft.com/office/drawing/2014/main" val="3906521690"/>
                    </a:ext>
                  </a:extLst>
                </a:gridCol>
                <a:gridCol w="1842762">
                  <a:extLst>
                    <a:ext uri="{9D8B030D-6E8A-4147-A177-3AD203B41FA5}">
                      <a16:colId xmlns:a16="http://schemas.microsoft.com/office/drawing/2014/main" val="876531367"/>
                    </a:ext>
                  </a:extLst>
                </a:gridCol>
                <a:gridCol w="1842762">
                  <a:extLst>
                    <a:ext uri="{9D8B030D-6E8A-4147-A177-3AD203B41FA5}">
                      <a16:colId xmlns:a16="http://schemas.microsoft.com/office/drawing/2014/main" val="2186945738"/>
                    </a:ext>
                  </a:extLst>
                </a:gridCol>
              </a:tblGrid>
              <a:tr h="20813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106916"/>
                  </a:ext>
                </a:extLst>
              </a:tr>
              <a:tr h="3504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922718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647EAFD2-8E67-6AC3-FF66-CBD04DAAF827}"/>
              </a:ext>
            </a:extLst>
          </p:cNvPr>
          <p:cNvGrpSpPr/>
          <p:nvPr/>
        </p:nvGrpSpPr>
        <p:grpSpPr>
          <a:xfrm>
            <a:off x="1468579" y="2805545"/>
            <a:ext cx="1847275" cy="1671783"/>
            <a:chOff x="3426689" y="2216727"/>
            <a:chExt cx="2576948" cy="257694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55D2BE3-A614-6BD5-5BAD-D23FA81A4D85}"/>
                </a:ext>
              </a:extLst>
            </p:cNvPr>
            <p:cNvSpPr/>
            <p:nvPr/>
          </p:nvSpPr>
          <p:spPr>
            <a:xfrm>
              <a:off x="3426689" y="2992581"/>
              <a:ext cx="1800000" cy="18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평행 사변형 9">
              <a:extLst>
                <a:ext uri="{FF2B5EF4-FFF2-40B4-BE49-F238E27FC236}">
                  <a16:creationId xmlns:a16="http://schemas.microsoft.com/office/drawing/2014/main" id="{32631E5B-9806-38AF-246C-47143CC8F71E}"/>
                </a:ext>
              </a:extLst>
            </p:cNvPr>
            <p:cNvSpPr/>
            <p:nvPr/>
          </p:nvSpPr>
          <p:spPr>
            <a:xfrm>
              <a:off x="3426689" y="2216727"/>
              <a:ext cx="2576947" cy="775854"/>
            </a:xfrm>
            <a:prstGeom prst="parallelogram">
              <a:avLst>
                <a:gd name="adj" fmla="val 10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평행 사변형 11">
              <a:extLst>
                <a:ext uri="{FF2B5EF4-FFF2-40B4-BE49-F238E27FC236}">
                  <a16:creationId xmlns:a16="http://schemas.microsoft.com/office/drawing/2014/main" id="{4735D997-74C1-40A3-E90E-3C94FCA769AA}"/>
                </a:ext>
              </a:extLst>
            </p:cNvPr>
            <p:cNvSpPr/>
            <p:nvPr/>
          </p:nvSpPr>
          <p:spPr>
            <a:xfrm rot="5400000" flipV="1">
              <a:off x="4327236" y="3117274"/>
              <a:ext cx="2576947" cy="775854"/>
            </a:xfrm>
            <a:prstGeom prst="parallelogram">
              <a:avLst>
                <a:gd name="adj" fmla="val 10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0" name="화살표: 아래쪽 49">
            <a:extLst>
              <a:ext uri="{FF2B5EF4-FFF2-40B4-BE49-F238E27FC236}">
                <a16:creationId xmlns:a16="http://schemas.microsoft.com/office/drawing/2014/main" id="{3CC6B36B-4D40-1AAF-8C0E-87D9E4A74FD1}"/>
              </a:ext>
            </a:extLst>
          </p:cNvPr>
          <p:cNvSpPr/>
          <p:nvPr/>
        </p:nvSpPr>
        <p:spPr>
          <a:xfrm>
            <a:off x="2104503" y="2140425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화살표: 아래쪽 50">
            <a:extLst>
              <a:ext uri="{FF2B5EF4-FFF2-40B4-BE49-F238E27FC236}">
                <a16:creationId xmlns:a16="http://schemas.microsoft.com/office/drawing/2014/main" id="{31EC0749-1DDA-4E28-839C-003F5014CA00}"/>
              </a:ext>
            </a:extLst>
          </p:cNvPr>
          <p:cNvSpPr/>
          <p:nvPr/>
        </p:nvSpPr>
        <p:spPr>
          <a:xfrm rot="14108168">
            <a:off x="1390579" y="3773215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화살표: 아래쪽 51">
            <a:extLst>
              <a:ext uri="{FF2B5EF4-FFF2-40B4-BE49-F238E27FC236}">
                <a16:creationId xmlns:a16="http://schemas.microsoft.com/office/drawing/2014/main" id="{0F8E1CD2-1B5D-2DFB-6097-4AF8C4987597}"/>
              </a:ext>
            </a:extLst>
          </p:cNvPr>
          <p:cNvSpPr/>
          <p:nvPr/>
        </p:nvSpPr>
        <p:spPr>
          <a:xfrm rot="5400000">
            <a:off x="3284657" y="3152233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A791C3AA-C7A1-F7D2-8E06-05F0CBF10D35}"/>
              </a:ext>
            </a:extLst>
          </p:cNvPr>
          <p:cNvSpPr/>
          <p:nvPr/>
        </p:nvSpPr>
        <p:spPr>
          <a:xfrm>
            <a:off x="2129764" y="1615860"/>
            <a:ext cx="434109" cy="42954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EEB6C0E5-3967-C8C0-8BB7-888745EB8490}"/>
              </a:ext>
            </a:extLst>
          </p:cNvPr>
          <p:cNvSpPr/>
          <p:nvPr/>
        </p:nvSpPr>
        <p:spPr>
          <a:xfrm>
            <a:off x="658873" y="4526114"/>
            <a:ext cx="434109" cy="42954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E419EC47-34CD-DDE3-9F44-D9C818C83F1E}"/>
              </a:ext>
            </a:extLst>
          </p:cNvPr>
          <p:cNvSpPr/>
          <p:nvPr/>
        </p:nvSpPr>
        <p:spPr>
          <a:xfrm>
            <a:off x="4148234" y="3399121"/>
            <a:ext cx="434109" cy="42954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3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59" name="내용 개체 틀 6" descr="에펠 탑 - 무료 건축과 도시개 아이콘">
            <a:extLst>
              <a:ext uri="{FF2B5EF4-FFF2-40B4-BE49-F238E27FC236}">
                <a16:creationId xmlns:a16="http://schemas.microsoft.com/office/drawing/2014/main" id="{9E8541DB-EE8A-060B-B9AA-0E828088E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382" y="2628531"/>
            <a:ext cx="1541180" cy="1541180"/>
          </a:xfrm>
          <a:prstGeom prst="rect">
            <a:avLst/>
          </a:prstGeom>
        </p:spPr>
      </p:pic>
      <p:pic>
        <p:nvPicPr>
          <p:cNvPr id="60" name="그림 59" descr="독수리 - 무료 동물개 아이콘">
            <a:extLst>
              <a:ext uri="{FF2B5EF4-FFF2-40B4-BE49-F238E27FC236}">
                <a16:creationId xmlns:a16="http://schemas.microsoft.com/office/drawing/2014/main" id="{3069B905-5F45-6F1E-422B-FB963BAE2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V="1">
            <a:off x="9114479" y="2872758"/>
            <a:ext cx="1296953" cy="1296953"/>
          </a:xfrm>
          <a:prstGeom prst="rect">
            <a:avLst/>
          </a:prstGeom>
        </p:spPr>
      </p:pic>
      <p:sp>
        <p:nvSpPr>
          <p:cNvPr id="62" name="내용 개체 틀 61">
            <a:extLst>
              <a:ext uri="{FF2B5EF4-FFF2-40B4-BE49-F238E27FC236}">
                <a16:creationId xmlns:a16="http://schemas.microsoft.com/office/drawing/2014/main" id="{5181385A-BC07-B6AF-34EF-87EE9B69F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3" name="Picture 2" descr="Plane - Free transport icons">
            <a:extLst>
              <a:ext uri="{FF2B5EF4-FFF2-40B4-BE49-F238E27FC236}">
                <a16:creationId xmlns:a16="http://schemas.microsoft.com/office/drawing/2014/main" id="{7E6CD74A-7077-F770-AA04-992A0C7B8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819" y="2581155"/>
            <a:ext cx="1681264" cy="1681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699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9</Words>
  <Application>Microsoft Office PowerPoint</Application>
  <PresentationFormat>와이드스크린</PresentationFormat>
  <Paragraphs>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Google</vt:lpstr>
      <vt:lpstr>flaticon</vt:lpstr>
      <vt:lpstr>flaticon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whiteBlue Jung</dc:creator>
  <cp:lastModifiedBy>정우현</cp:lastModifiedBy>
  <cp:revision>2</cp:revision>
  <dcterms:created xsi:type="dcterms:W3CDTF">2026-06-03T03:46:00Z</dcterms:created>
  <dcterms:modified xsi:type="dcterms:W3CDTF">2026-06-03T13:30:31Z</dcterms:modified>
</cp:coreProperties>
</file>