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8" r:id="rId3"/>
    <p:sldId id="259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>
        <p:scale>
          <a:sx n="75" d="100"/>
          <a:sy n="75" d="100"/>
        </p:scale>
        <p:origin x="1308" y="6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5B6F3B-02AE-5992-84EB-521FC2870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8D58C3B-3334-7529-7F0B-5577778BFA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45964F-B2B1-0E06-C607-84353761D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E42E3-2594-4A20-83D7-AB9874DA714E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088F0A-3111-A9CF-D536-BC8BE0A93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684087-11E8-68B3-9504-9DCBFD792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FB827-A061-438A-823F-EFA140669A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73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C3D217-88DB-0AFE-4A50-324E06E36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F944E1-6F4C-5113-6673-748D5B933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DB6D30-C06E-0751-FC3E-AA60BE5D2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E42E3-2594-4A20-83D7-AB9874DA714E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C18423-6ABC-B829-0371-697BCDE6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24AFBA-C61C-C99A-F4C8-9EFD89856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FB827-A061-438A-823F-EFA140669A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8592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0234F5-7942-D139-42CE-63E29AFA5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48B187-6676-A9A1-51AE-A58ACD9A4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38C8ED-301C-0313-6CAB-E2569DBF9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E42E3-2594-4A20-83D7-AB9874DA714E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AEF86A-BFAA-CC32-A056-7C3326860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C1BA4A-6E02-DEC0-C8DE-1E59485DC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FB827-A061-438A-823F-EFA140669A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3431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13FA2-8A93-2E9E-40EE-D766E7A4B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58645F-7677-59E6-9282-C512B15BF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73AF6B-2A2C-B2C5-3C64-91B0BC80C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BF68814-C4B7-A43A-FBF2-25E011CBD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E42E3-2594-4A20-83D7-AB9874DA714E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92E80E-50E9-0177-0C1C-72AEA6790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7DC3F1-CC9C-0815-E21A-99BC7B0E2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FB827-A061-438A-823F-EFA140669A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4810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A1C12F-B181-F27B-B151-09BB3D6DD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3E0F60-BC8B-2E24-0C03-9FC30CF65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75CC0B4-8E40-E982-43A8-F7969E3C79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8920079-1883-96CF-D241-14E4480163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646B74E-0C9F-073B-DC19-D57F96E1B7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60EA577-F353-538C-FF90-47045170D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E42E3-2594-4A20-83D7-AB9874DA714E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D77F8C0-27C5-CEF1-B85A-3EBAFAC42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924BB20-38CF-5197-182C-566857D83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FB827-A061-438A-823F-EFA140669A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327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BC12C1-7D7E-F2B7-A5A7-381C77D71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93EA75-98D8-0971-F3EF-CC4FE7841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E42E3-2594-4A20-83D7-AB9874DA714E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4D1F1E2-2AA3-7FD7-A3DF-D213BA21C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A661E73-8786-1609-E218-DC4D28761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FB827-A061-438A-823F-EFA140669A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554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27E49CD-10F0-410A-DC65-205DD1030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E42E3-2594-4A20-83D7-AB9874DA714E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D547380-1ACD-47FC-2CDA-735DD2C99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0DC7FE-39A6-098A-F659-07E3E1BC9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FB827-A061-438A-823F-EFA140669A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842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D8F38A-4BB9-D1B4-8A4B-9ABC64C9D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D1D427-BDE0-7580-614E-79B554D5C6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DD4631-7EFF-7217-2DFF-20F0990FC5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E8F49A-720F-83E4-4C98-E5922B8E4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E42E3-2594-4A20-83D7-AB9874DA714E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38E90C-7B69-951E-FBE7-2AFDE5057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74E25C8-C4F8-DEF6-7608-E8A66268E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FB827-A061-438A-823F-EFA140669A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336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A11E7D-D4EB-DB93-DF09-6C57F778D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BC4544A-F64F-A9DD-EA8F-5814C11508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D02634B-3872-60DC-9C18-A10A598CFD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51FE6C9-DDA1-3684-5EE7-36168CB29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E42E3-2594-4A20-83D7-AB9874DA714E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F320CFA-A7DC-C597-F538-4409A1CD9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08F8A4-A8D6-1E26-5EC5-4C0261557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FB827-A061-438A-823F-EFA140669A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7426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9688DB-D981-74D5-491A-FAC0189B8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8FDAF8D-0094-B1E4-B73D-F03EE81271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CDC8E3-1C7A-18A0-244A-B74583290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E42E3-2594-4A20-83D7-AB9874DA714E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150673-2A2C-6C0C-5619-2DF68FB6F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5CBC75-D55A-BECE-22DF-6194A1DC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FB827-A061-438A-823F-EFA140669A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1401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5149E52-A068-0BF6-BA90-C4A8D7479E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7FC98DA-511A-FB41-7704-073A95F12C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64858B-7E7D-31CE-3066-17728FFA3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E42E3-2594-4A20-83D7-AB9874DA714E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C61799-3BE8-7447-E2C5-12F3DDAA6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E57A05C-A07A-1390-3DA7-3DF152EBF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FB827-A061-438A-823F-EFA140669A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3478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80F2CF4-EAB8-D1FF-BE4F-A38947B66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3E9A944-AE00-CA23-574B-EA09C86C1F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CF93ED-F5B7-B37F-19EE-29185C0FEA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2E42E3-2594-4A20-83D7-AB9874DA714E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31A45A-2196-1EF7-1B6D-42B3482F10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230D7B-BABA-23B4-A8A0-2C29BEB898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3FB827-A061-438A-823F-EFA140669A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1034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4D311B-E305-E524-8C95-8000E61D4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Google</a:t>
            </a:r>
            <a:endParaRPr lang="ko-KR" altLang="en-US" dirty="0"/>
          </a:p>
        </p:txBody>
      </p:sp>
      <p:pic>
        <p:nvPicPr>
          <p:cNvPr id="8" name="내용 개체 틀 7" descr="Android 7.0">
            <a:extLst>
              <a:ext uri="{FF2B5EF4-FFF2-40B4-BE49-F238E27FC236}">
                <a16:creationId xmlns:a16="http://schemas.microsoft.com/office/drawing/2014/main" id="{8261EDCB-534D-D238-1841-02226BAA31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27344"/>
          <a:stretch>
            <a:fillRect/>
          </a:stretch>
        </p:blipFill>
        <p:spPr>
          <a:xfrm>
            <a:off x="948266" y="2356649"/>
            <a:ext cx="4876800" cy="3543288"/>
          </a:xfrm>
          <a:prstGeom prst="rect">
            <a:avLst/>
          </a:prstGeom>
        </p:spPr>
      </p:pic>
      <p:pic>
        <p:nvPicPr>
          <p:cNvPr id="4" name="내용 개체 틀 7" descr="Android 7.0">
            <a:extLst>
              <a:ext uri="{FF2B5EF4-FFF2-40B4-BE49-F238E27FC236}">
                <a16:creationId xmlns:a16="http://schemas.microsoft.com/office/drawing/2014/main" id="{FB7CDE70-6D16-1ADD-EFDA-D299397AA1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rcRect b="27344"/>
          <a:stretch>
            <a:fillRect/>
          </a:stretch>
        </p:blipFill>
        <p:spPr>
          <a:xfrm>
            <a:off x="6756399" y="2263516"/>
            <a:ext cx="4876800" cy="3543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731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9616DB-419D-11C1-02ED-0CE01D23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flaticon</a:t>
            </a:r>
            <a:endParaRPr lang="ko-KR" altLang="en-US" dirty="0"/>
          </a:p>
        </p:txBody>
      </p:sp>
      <p:pic>
        <p:nvPicPr>
          <p:cNvPr id="7" name="내용 개체 틀 6" descr="에펠 탑 - 무료 건축과 도시개 아이콘">
            <a:extLst>
              <a:ext uri="{FF2B5EF4-FFF2-40B4-BE49-F238E27FC236}">
                <a16:creationId xmlns:a16="http://schemas.microsoft.com/office/drawing/2014/main" id="{EAA67D8D-4BA6-663B-06F2-76DC345C85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5800" y="3005667"/>
            <a:ext cx="3487208" cy="3487208"/>
          </a:xfrm>
          <a:prstGeom prst="rect">
            <a:avLst/>
          </a:prstGeom>
        </p:spPr>
      </p:pic>
      <p:pic>
        <p:nvPicPr>
          <p:cNvPr id="8" name="내용 개체 틀 6" descr="에펠 탑 - 무료 건축과 도시개 아이콘">
            <a:extLst>
              <a:ext uri="{FF2B5EF4-FFF2-40B4-BE49-F238E27FC236}">
                <a16:creationId xmlns:a16="http://schemas.microsoft.com/office/drawing/2014/main" id="{BF333AA7-CD0A-7D9A-4EEB-B6128A65CF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755466" y="3005667"/>
            <a:ext cx="3487208" cy="3487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786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15C959-01A2-B098-6211-963396395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flaticon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D89931-1722-10FC-E341-1AB7F8DA3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 descr="독수리 - 무료 동물개 아이콘">
            <a:extLst>
              <a:ext uri="{FF2B5EF4-FFF2-40B4-BE49-F238E27FC236}">
                <a16:creationId xmlns:a16="http://schemas.microsoft.com/office/drawing/2014/main" id="{7FDBF9C2-E4C4-33BD-50BC-4CA955EEC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 flipV="1">
            <a:off x="1177172" y="2286000"/>
            <a:ext cx="3208562" cy="3208562"/>
          </a:xfrm>
          <a:prstGeom prst="rect">
            <a:avLst/>
          </a:prstGeom>
        </p:spPr>
      </p:pic>
      <p:pic>
        <p:nvPicPr>
          <p:cNvPr id="5" name="그림 4" descr="독수리 - 무료 동물개 아이콘">
            <a:extLst>
              <a:ext uri="{FF2B5EF4-FFF2-40B4-BE49-F238E27FC236}">
                <a16:creationId xmlns:a16="http://schemas.microsoft.com/office/drawing/2014/main" id="{22F7F589-4E12-863E-BAE5-AF58721547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  <a14:imgEffect>
                      <a14:saturation sat="0"/>
                    </a14:imgEffect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5400000" flipV="1">
            <a:off x="7290105" y="2286000"/>
            <a:ext cx="3208562" cy="3208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707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</Words>
  <Application>Microsoft Office PowerPoint</Application>
  <PresentationFormat>와이드스크린</PresentationFormat>
  <Paragraphs>3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Google</vt:lpstr>
      <vt:lpstr>flaticon</vt:lpstr>
      <vt:lpstr>flaticon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whiteBlue Jung</dc:creator>
  <cp:lastModifiedBy>whiteBlue Jung</cp:lastModifiedBy>
  <cp:revision>1</cp:revision>
  <dcterms:created xsi:type="dcterms:W3CDTF">2026-06-03T03:46:00Z</dcterms:created>
  <dcterms:modified xsi:type="dcterms:W3CDTF">2026-06-03T03:46:27Z</dcterms:modified>
</cp:coreProperties>
</file>